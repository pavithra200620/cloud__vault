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2F7B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</a:rPr>
              <a:t>CloudVault  |  J. Pavithra  |  810023205035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4FF"/>
                </a:solidFill>
              </a:rPr>
              <a:t>SUMMER INTERNSHIP REVIEW  |  IT3711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CloudVault — Secure Cloud Storage and Data Access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J. Pavithra  –  810023205035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A"/>
                </a:solidFill>
              </a:rPr>
              <a:t>B.Tech Information Technology, VII Semester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A"/>
                </a:solidFill>
              </a:rPr>
              <a:t>University College of Engineering (BIT Campus), Anna University, Tiruchirappalli – 620 024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052560" y="1005840"/>
            <a:ext cx="2651760" cy="2651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536192"/>
            <a:ext cx="1463040" cy="15179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9536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A"/>
                </a:solidFill>
              </a:rPr>
              <a:t>Department of Information Technology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FF"/>
                </a:solidFill>
              </a:rPr>
              <a:t>Internship: DLK Software Solutions, Vadapalani, Chennai  |  06 June – 06 July 2026  |  Mentor: Mr. 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99616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99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and Objectives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499616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499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32304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432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Proposed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230428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432304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432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and Concepts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64992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364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and Weekly Plan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323697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364992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364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and Database Design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16966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97680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416966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297680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Implementation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5102352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230368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5230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Screens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5102352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5230368"/>
            <a:ext cx="457200" cy="457200"/>
          </a:xfrm>
          <a:prstGeom prst="ellipse">
            <a:avLst/>
          </a:prstGeom>
          <a:solidFill>
            <a:srgbClr val="2F7BF0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95160" y="5230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Analysis, Conclusion and Future 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B3445"/>
                </a:solidFill>
              </a:rPr>
              <a:t>Company: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B3445"/>
                </a:solidFill>
              </a:rPr>
              <a:t>DLK Software Solutions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B3445"/>
                </a:solidFill>
              </a:rPr>
              <a:t>Domain: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B3445"/>
                </a:solidFill>
              </a:rPr>
              <a:t>Web Development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B3445"/>
                </a:solidFill>
              </a:rPr>
              <a:t>Location: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B3445"/>
                </a:solidFill>
              </a:rPr>
              <a:t>Vadapalani, Chennai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B3445"/>
                </a:solidFill>
              </a:rPr>
              <a:t>Mode: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B3445"/>
                </a:solidFill>
              </a:rPr>
              <a:t>Offline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B3445"/>
                </a:solidFill>
              </a:rPr>
              <a:t>Duration: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B3445"/>
                </a:solidFill>
              </a:rPr>
              <a:t>06 June – 06 July 2026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B3445"/>
                </a:solidFill>
              </a:rPr>
              <a:t>Mentor: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B3445"/>
                </a:solidFill>
              </a:rPr>
              <a:t>Mr. Ram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B3445"/>
                </a:solidFill>
              </a:rPr>
              <a:t>Faculty Incharge: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B3445"/>
                </a:solidFill>
              </a:rPr>
              <a:t>Ms. Ambika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B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9202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5"/>
                </a:solidFill>
              </a:rPr>
              <a:t>Learn Python Flask from scratch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5"/>
                </a:solidFill>
              </a:rPr>
              <a:t>Design a database with SQLAlchemy and SQLite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5"/>
                </a:solidFill>
              </a:rPr>
              <a:t>Secure login with Flask-Login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5"/>
                </a:solidFill>
              </a:rPr>
              <a:t>File upload with validation and secure naming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5"/>
                </a:solidFill>
              </a:rPr>
              <a:t>UUID share links with configurable expiry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5"/>
                </a:solidFill>
              </a:rPr>
              <a:t>Responsive UI with Bootstrap 5 and JavaScript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5"/>
                </a:solidFill>
              </a:rPr>
              <a:t>Git workflow and MVC architecture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Profile: DLK Software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they are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004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Founded in 2012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Headquartered at Vadapalani, Chennai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IT training and software development organization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Bridges academics and industry needs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15968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98848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1920240"/>
            <a:ext cx="32004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Learn – Practice – Build – Get Placed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Structured, hands-on training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Real-world projects during internship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83296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66176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Internship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66176" y="1920240"/>
            <a:ext cx="32004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Domain: Web Development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Offline, 06 June – 06 July 2026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Project: CloudVault using Python Flask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Mentor: Mr. Ram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CloudVault?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1206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Python Flask full-stack web application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Authenticated users upload and manage files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Unique, time-limited share links for every file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Download count tracked for each file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Self-hosted and lightweight: SQLite, no extra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02920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Email attachments have size limits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Public links usually never expire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Owners cannot see who downloaded or how often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CloudVault gives control over who may download a file and for how long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Existing File Sharing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the existing system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621792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Email attachments are limited in size and never expire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Google Drive and Dropbox need third-party accounts and have storage caps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No per-file download tracking in free tools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No fine-grained access control for each sharing link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No lightweight self-hosted option for small teams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1371600"/>
            <a:ext cx="4297680" cy="4754880"/>
          </a:xfrm>
          <a:prstGeom prst="roundRect">
            <a:avLst>
              <a:gd name="adj" fmla="val 1702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481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920240"/>
            <a:ext cx="393192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Authenticated storage per user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Expiring links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Download tracking in one simple 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System: 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Authentication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Register and login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Passwords stored as hashes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Upload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Type check and 16 MB limit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UUID-named files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Shareable Links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Unique UUID token per file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Public download, no login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Expiry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1, 3, 7 or 30 days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Checked on every access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 Tracking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Count rises on each download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Stored in the database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and Search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Files, downloads, active links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Live search, drag and drop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and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Flask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Micro framework on WSGI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Routes map URLs to functions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Jinja2 builds the HTML pages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SQLAlchemy + SQLite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ORM: tables as Python classes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File-based database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No separate server needed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Flask-Login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Session cookie after login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@login_required protects routes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Werkzeug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PBKDF2-SHA256 password hashes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secure_filename() cleans names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UUID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Random 128-bit identifier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Unique file prefix and share token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5 + JavaScript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Responsive layout and cards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Drag-drop, search, clipboard, toast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and Weekly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B1E48"/>
          </a:solidFill>
          <a:ln w="12700">
            <a:solidFill>
              <a:srgbClr val="0B1E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 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06 – 12 Jun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834640" y="1325880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7520" y="132588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5"/>
                </a:solidFill>
              </a:rPr>
              <a:t>Induction, Flask basics, routing, Jinja2, forms, SQLAlchemy setup, User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76856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B1E48"/>
          </a:solidFill>
          <a:ln w="12700">
            <a:solidFill>
              <a:srgbClr val="0B1E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7685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 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13 – 19 Jun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2276856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2276856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5"/>
                </a:solidFill>
              </a:rPr>
              <a:t>File model, registration, login, LoginManager, config, upload route, file metadata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B1E48"/>
          </a:solidFill>
          <a:ln w="12700">
            <a:solidFill>
              <a:srgbClr val="0B1E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27832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 3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 – 26 Jun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34640" y="3227832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17520" y="322783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5"/>
                </a:solidFill>
              </a:rPr>
              <a:t>Share token, expiry logic, download, share and delete routes, dashboard and upload form UI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78808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B1E48"/>
          </a:solidFill>
          <a:ln w="12700">
            <a:solidFill>
              <a:srgbClr val="0B1E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7880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 4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27 Jun – 03 Jul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4178808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4178808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5"/>
                </a:solidFill>
              </a:rPr>
              <a:t>Files page, search, copy link, auth pages, CSS, JavaScript, end-to-end testing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29784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0B1E48"/>
          </a:solidFill>
          <a:ln w="12700">
            <a:solidFill>
              <a:srgbClr val="0B1E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2978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04 – 06 Jul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34640" y="5129784"/>
            <a:ext cx="8778240" cy="804672"/>
          </a:xfrm>
          <a:prstGeom prst="roundRect">
            <a:avLst>
              <a:gd name="adj" fmla="val 9091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17520" y="5129784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445"/>
                </a:solidFill>
              </a:rPr>
              <a:t>Bug fixes (expiry, file types, sessions), README and documentation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(MVC, Three-Tier)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B1E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User (Web Browser)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121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7BF0"/>
                </a:solidFill>
              </a:rPr>
              <a:t>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48"/>
                </a:solidFill>
              </a:rPr>
              <a:t>Presentation Layer – View: HTML5, CSS3, Bootstrap 5, JavaScript, Jinja2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310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7BF0"/>
                </a:solidFill>
              </a:rPr>
              <a:t>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49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48"/>
                </a:solidFill>
              </a:rPr>
              <a:t>Business Logic Layer – Controller: Flask routes in app.py, Flask-Login, Werkzeug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4498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7BF0"/>
                </a:solidFill>
              </a:rPr>
              <a:t>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937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E48"/>
                </a:solidFill>
              </a:rPr>
              <a:t>Data Layer – Model: SQLAlchemy ORM, SQLite database, uploads folder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137160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parts map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920240"/>
            <a:ext cx="365760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Model: User and File classes in models.py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View: Jinja2 templates with Bootstrap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Controller: routes in app.py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config.py: keys, limits, extensions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static/: CSS and JavaScript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uploads/: physical files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Flow: Upload, Share and Download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Owner logs 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18745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7BF0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01568" y="15544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554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Uploads file, sets expiry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16168" y="18745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7BF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54496" y="15544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1554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Validate type and size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769096" y="18745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7BF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07424" y="15544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44584" y="1554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Save with unique name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Store record, token, expiry in database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7033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7BF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01568" y="33832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38728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Owner copies share link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16168" y="37033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7BF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54496" y="33832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91656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Visitor opens the link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769096" y="37033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7BF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07424" y="33832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4EDFF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584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48"/>
                </a:solidFill>
              </a:rPr>
              <a:t>Expiry check, then send file, count +1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3445"/>
                </a:solidFill>
              </a:rPr>
              <a:t>Every visit to a share link is checked against its expiry date on the server before the file is sent.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8404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id (primary key)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username (unique)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email (unique, login name)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password (hash)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1481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920240"/>
            <a:ext cx="612648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id (primary key)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filename (UUID prefix + sanitized name)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original_name, file_size, file_type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share_token (unique UUID)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uploaded_at, expiry_date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download_count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user_id (foreign key to USER)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BF0"/>
                </a:solidFill>
              </a:rPr>
              <a:t>One user uploads many files (one-to-many).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upload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1206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Check that a file was selected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Validate extension against allowed list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Sanitize name, add UUID prefix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Save file in uploads folder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expiry_date = now + chosen days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Generate unique share_token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Store record and show success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link access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02920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Read token from /share/&lt;token&gt;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Find the file; 404 if none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If now is after expiry_date: show expired message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Else increase download_count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3445"/>
                </a:solidFill>
              </a:rPr>
              <a:t>Send file under its original name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040880" cy="4754880"/>
          </a:xfrm>
          <a:prstGeom prst="roundRect">
            <a:avLst>
              <a:gd name="adj" fmla="val 1538"/>
            </a:avLst>
          </a:prstGeom>
          <a:solidFill>
            <a:srgbClr val="14213B"/>
          </a:solidFill>
          <a:ln w="12700">
            <a:solidFill>
              <a:srgbClr val="1421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583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@app.route('/upload', methods=['POST'])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@login_required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upload():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= request.files['file']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days = int(request.form.get('expiry_days', 7))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file and allowed_file(file.filename):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secure_filename(file.filename)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unique = str(uuid.uuid4()) + '_' +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file.save(os.path.join(UPLOAD_FOLDER, unique))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db.session.add(File(filename=unique,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share_token=str(uuid.uuid4()),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expiry_date=datetime.utcnow()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 timedelta(days=days),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user_id=current_user.id))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db.session.commit()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files (shortened code)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920240"/>
            <a:ext cx="347472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app.py: all routes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models.py: User and File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config.py: settings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templates/: 5 HTML pages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static/: style.css, main.js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uploads/: stored files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Screens (1)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1600" dirty="0"/>
          </a:p>
        </p:txBody>
      </p:sp>
      <p:pic>
        <p:nvPicPr>
          <p:cNvPr id="4" name="Image 0" descr="Landing Page of CloudVa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56616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566160" cy="3383280"/>
          </a:xfrm>
          <a:prstGeom prst="rect">
            <a:avLst/>
          </a:prstGeom>
          <a:ln w="12700">
            <a:solidFill>
              <a:srgbClr val="DCE4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</a:rPr>
              <a:t>Hero section and three feature cards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Page</a:t>
            </a:r>
            <a:endParaRPr lang="en-US" sz="1600" dirty="0"/>
          </a:p>
        </p:txBody>
      </p:sp>
      <p:pic>
        <p:nvPicPr>
          <p:cNvPr id="8" name="Image 1" descr="Register Page of CloudVa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566160" cy="3383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89120" y="1783080"/>
            <a:ext cx="3566160" cy="3383280"/>
          </a:xfrm>
          <a:prstGeom prst="rect">
            <a:avLst/>
          </a:prstGeom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89120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</a:rPr>
              <a:t>Username, email and password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Page</a:t>
            </a:r>
            <a:endParaRPr lang="en-US" sz="1600" dirty="0"/>
          </a:p>
        </p:txBody>
      </p:sp>
      <p:pic>
        <p:nvPicPr>
          <p:cNvPr id="12" name="Image 2" descr="Login Page of CloudVau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83080"/>
            <a:ext cx="3566160" cy="3383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0" y="1783080"/>
            <a:ext cx="3566160" cy="3383280"/>
          </a:xfrm>
          <a:prstGeom prst="rect">
            <a:avLst/>
          </a:prstGeom>
          <a:ln w="12700">
            <a:solidFill>
              <a:srgbClr val="DCE4F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229600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</a:rPr>
              <a:t>Email and password login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599"/>
                </a:solidFill>
              </a:rPr>
              <a:t>Interface previews with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Screens (2)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600" dirty="0"/>
          </a:p>
        </p:txBody>
      </p:sp>
      <p:pic>
        <p:nvPicPr>
          <p:cNvPr id="4" name="Image 0" descr="Dashboard of CloudVa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56616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566160" cy="3383280"/>
          </a:xfrm>
          <a:prstGeom prst="rect">
            <a:avLst/>
          </a:prstGeom>
          <a:ln w="12700">
            <a:solidFill>
              <a:srgbClr val="DCE4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</a:rPr>
              <a:t>Statistics, upload form and recent files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Files</a:t>
            </a:r>
            <a:endParaRPr lang="en-US" sz="1600" dirty="0"/>
          </a:p>
        </p:txBody>
      </p:sp>
      <p:pic>
        <p:nvPicPr>
          <p:cNvPr id="8" name="Image 1" descr="My Files of CloudVa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566160" cy="3383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89120" y="1783080"/>
            <a:ext cx="3566160" cy="3383280"/>
          </a:xfrm>
          <a:prstGeom prst="rect">
            <a:avLst/>
          </a:prstGeom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89120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</a:rPr>
              <a:t>Type and status badges, search, copy link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Link Access</a:t>
            </a:r>
            <a:endParaRPr lang="en-US" sz="1600" dirty="0"/>
          </a:p>
        </p:txBody>
      </p:sp>
      <p:pic>
        <p:nvPicPr>
          <p:cNvPr id="12" name="Image 2" descr="Share Link Access of CloudVau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83080"/>
            <a:ext cx="3566160" cy="3383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0" y="1783080"/>
            <a:ext cx="3566160" cy="3383280"/>
          </a:xfrm>
          <a:prstGeom prst="rect">
            <a:avLst/>
          </a:prstGeom>
          <a:ln w="12700">
            <a:solidFill>
              <a:srgbClr val="DCE4F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229600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</a:rPr>
              <a:t>Valid link downloads, expired link shows a message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599"/>
                </a:solidFill>
              </a:rPr>
              <a:t>Interface previews with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4EDFF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14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E48"/>
                </a:solidFill>
              </a:rPr>
              <a:t>test cases passed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0" y="1371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4EDFF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0" y="1371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E48"/>
                </a:solidFill>
              </a:rPr>
              <a:t>application routes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0" y="1371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4EDFF"/>
          </a:solidFill>
          <a:ln w="12700">
            <a:solidFill>
              <a:srgbClr val="2F7B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0" y="1371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weeks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1E48"/>
                </a:solidFill>
              </a:rPr>
              <a:t>from zero Flask knowledge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81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tested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20440"/>
            <a:ext cx="51206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Registration, duplicate email, login, wrong password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Allowed and blocked file types, 16 MB limit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Valid and expired share links, download count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Dashboard totals, delete, search, drag and drop, responsive layout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081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520440"/>
            <a:ext cx="50292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Fast response with Flask and SQLite at this scale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Hashed passwords, sanitized names, random tokens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</a:rPr>
              <a:t>To harden: ownership check, CSRF, secret key in environment variable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Gained and Learning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Flask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Routing, templates, forms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MVC project structure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Built a complete web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ORM models and relationships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SQLite queries with SQLAlchemy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Users and files tables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Basics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9202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Password hashing, sessions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Safe file names, type checks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Unguessable share tokens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Handling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Upload, download, delete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Size limits and unique naming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Link expiry logic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Front-End Skills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Bootstrap 5 responsive layout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Drag-drop, live search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Clipboard and toast alerts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3886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0" y="3995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Practice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434840"/>
            <a:ext cx="3200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Git version control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Testing and bug fixing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3445"/>
                </a:solidFill>
              </a:rPr>
              <a:t>Documentation and reporting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12064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Complete CloudVault built in the one-month internship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Authentication, upload, expiring links, tracking, dashboard and search implemented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Hands-on Flask, SQLAlchemy, Flask-Login, Jinja2, Bootstrap and JavaScript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A sound base for secure document sharing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0F4FC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502920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Ownership checks and CSRF protection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AWS S3 and cloud deployment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Password-protected links, email alerts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In-browser preview, storage quota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Admin panel and REST API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3445"/>
                </a:solidFill>
              </a:rPr>
              <a:t>Mobile app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5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4FF"/>
                </a:solidFill>
              </a:rPr>
              <a:t>SUMMER INTERNSHIP REVIEW  |  IT3711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A"/>
                </a:solidFill>
              </a:rPr>
              <a:t>Questions and feedback are welcome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418320" y="640080"/>
            <a:ext cx="2011680" cy="2011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logo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42416"/>
            <a:ext cx="109728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063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4316F"/>
          </a:solidFill>
          <a:ln w="12700">
            <a:solidFill>
              <a:srgbClr val="2E4F9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CloudVault: secure file storage and sharing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Flask, SQLAlchemy, SQLite, Bootstrap 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3063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4316F"/>
          </a:solidFill>
          <a:ln w="12700">
            <a:solidFill>
              <a:srgbClr val="2E4F9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DLK Software Solutions, Vadapalani, Chennai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06 June – 06 July 2026, Mentor: Mr. Ram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3063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4316F"/>
          </a:solidFill>
          <a:ln w="12700">
            <a:solidFill>
              <a:srgbClr val="2E4F9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676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14 of 14 test cases passed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Upload, expiring links, tracking, dashboard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J. Pavithra  –  810023205035   |   B.Tech Information Technology, UCE (BIT Campus), Anna University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FF"/>
                </a:solidFill>
              </a:rPr>
              <a:t>GitHub: github.com/Pavithra200620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CloudVault Internship Review</dc:title>
  <dc:subject>PptxGenJS Presentation</dc:subject>
  <dc:creator>J. Pavithra</dc:creator>
  <cp:lastModifiedBy>J. Pavithra</cp:lastModifiedBy>
  <cp:revision>1</cp:revision>
  <dcterms:created xsi:type="dcterms:W3CDTF">2026-10-20T09:26:26Z</dcterms:created>
  <dcterms:modified xsi:type="dcterms:W3CDTF">2026-10-20T09:26:26Z</dcterms:modified>
</cp:coreProperties>
</file>